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Source bucket 1</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catAx>
        <c:axId val="333333333"/>
        <c:scaling>
          <c:orientation val="minMax"/>
        </c:scaling>
        <c:delete val="0"/>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PSV retirements</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Crew/Fast Supply retirements</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29"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0"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1"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2"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3"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4"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5"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6"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7"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8"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39"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0"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1"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2"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3"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4"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5"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55"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5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5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58" name="TakeawayBanner"/>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72"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74"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ScenarioChip"/>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27"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28"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9"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30"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31"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32"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67"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2026-06-27T19:32:32Z</dcterms:created>
  <dcterms:modified xsi:type="dcterms:W3CDTF">2026-06-27T19:32:32Z</dcterms:modified>
</cp:coreProperties>
</file>