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BinaryWorksheet15.xlsb" ContentType="application/vnd.ms-excel.sheet.binary.macroEnabled.12"/>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2026-06-27T18:04:03Z</dcterms:created>
  <dcterms:modified xsi:type="dcterms:W3CDTF">2026-06-27T18:04:03Z</dcterms:modified>
</cp:coreProperties>
</file>