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BinaryWorksheet1.xlsb" ContentType="application/vnd.ms-excel.sheet.binary.macroEnabled.12"/>
  <Override PartName="/ppt/embeddings/Microsoft_Excel_BinaryWorksheet2.xlsb" ContentType="application/vnd.ms-excel.sheet.binary.macroEnabled.12"/>
  <Override PartName="/ppt/embeddings/Microsoft_Excel_BinaryWorksheet3.xlsb" ContentType="application/vnd.ms-excel.sheet.binary.macroEnabled.12"/>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BinaryWorksheet15.xlsb" ContentType="application/vnd.ms-excel.sheet.binary.macroEnabled.12"/>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BinaryWorksheet1.xlsb"/></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BinaryWorksheet2.xlsb"/></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BinaryWorksheet3.xlsb"/></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BinaryWorksheet15.xlsb"/></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794167134043748E-2"/>
          <c:y val="3.2721202003338896E-2"/>
          <c:w val="0.9414843896055337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A4D1-4D60-A912-E9AB7C77F9E6}"/>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A4D1-4D60-A912-E9AB7C77F9E6}"/>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A4D1-4D60-A912-E9AB7C77F9E6}"/>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A4D1-4D60-A912-E9AB7C77F9E6}"/>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A4D1-4D60-A912-E9AB7C77F9E6}"/>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A4D1-4D60-A912-E9AB7C77F9E6}"/>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A4D1-4D60-A912-E9AB7C77F9E6}"/>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A4D1-4D60-A912-E9AB7C77F9E6}"/>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A4D1-4D60-A912-E9AB7C77F9E6}"/>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A4D1-4D60-A912-E9AB7C77F9E6}"/>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A4D1-4D60-A912-E9AB7C77F9E6}"/>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A4D1-4D60-A912-E9AB7C77F9E6}"/>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A4D1-4D60-A912-E9AB7C77F9E6}"/>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A4D1-4D60-A912-E9AB7C77F9E6}"/>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A4D1-4D60-A912-E9AB7C77F9E6}"/>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A4D1-4D60-A912-E9AB7C77F9E6}"/>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A4D1-4D60-A912-E9AB7C77F9E6}"/>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A4D1-4D60-A912-E9AB7C77F9E6}"/>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A4D1-4D60-A912-E9AB7C77F9E6}"/>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A4D1-4D60-A912-E9AB7C77F9E6}"/>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A4D1-4D60-A912-E9AB7C77F9E6}"/>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A4D1-4D60-A912-E9AB7C77F9E6}"/>
              </c:ext>
            </c:extLst>
          </c:dPt>
          <c:dPt>
            <c:idx val="39"/>
            <c:invertIfNegative val="0"/>
            <c:bubble3D val="0"/>
            <c:extLst>
              <c:ext xmlns:c16="http://schemas.microsoft.com/office/drawing/2014/chart" uri="{C3380CC4-5D6E-409C-BE32-E72D297353CC}">
                <c16:uniqueId val="{00000016-A4D1-4D60-A912-E9AB7C77F9E6}"/>
              </c:ext>
            </c:extLst>
          </c:dPt>
          <c:dPt>
            <c:idx val="40"/>
            <c:invertIfNegative val="0"/>
            <c:bubble3D val="0"/>
            <c:extLst>
              <c:ext xmlns:c16="http://schemas.microsoft.com/office/drawing/2014/chart" uri="{C3380CC4-5D6E-409C-BE32-E72D297353CC}">
                <c16:uniqueId val="{00000017-A4D1-4D60-A912-E9AB7C77F9E6}"/>
              </c:ext>
            </c:extLst>
          </c:dPt>
          <c:dPt>
            <c:idx val="41"/>
            <c:invertIfNegative val="0"/>
            <c:bubble3D val="0"/>
            <c:extLst>
              <c:ext xmlns:c16="http://schemas.microsoft.com/office/drawing/2014/chart" uri="{C3380CC4-5D6E-409C-BE32-E72D297353CC}">
                <c16:uniqueId val="{00000018-A4D1-4D60-A912-E9AB7C77F9E6}"/>
              </c:ext>
            </c:extLst>
          </c:dPt>
          <c:dPt>
            <c:idx val="42"/>
            <c:invertIfNegative val="0"/>
            <c:bubble3D val="0"/>
            <c:extLst>
              <c:ext xmlns:c16="http://schemas.microsoft.com/office/drawing/2014/chart" uri="{C3380CC4-5D6E-409C-BE32-E72D297353CC}">
                <c16:uniqueId val="{00000019-A4D1-4D60-A912-E9AB7C77F9E6}"/>
              </c:ext>
            </c:extLst>
          </c:dPt>
          <c:dPt>
            <c:idx val="43"/>
            <c:invertIfNegative val="0"/>
            <c:bubble3D val="0"/>
            <c:extLst>
              <c:ext xmlns:c16="http://schemas.microsoft.com/office/drawing/2014/chart" uri="{C3380CC4-5D6E-409C-BE32-E72D297353CC}">
                <c16:uniqueId val="{0000001A-A4D1-4D60-A912-E9AB7C77F9E6}"/>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A4D1-4D60-A912-E9AB7C77F9E6}"/>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A4D1-4D60-A912-E9AB7C77F9E6}"/>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A4D1-4D60-A912-E9AB7C77F9E6}"/>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A4D1-4D60-A912-E9AB7C77F9E6}"/>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A4D1-4D60-A912-E9AB7C77F9E6}"/>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A4D1-4D60-A912-E9AB7C77F9E6}"/>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A4D1-4D60-A912-E9AB7C77F9E6}"/>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A4D1-4D60-A912-E9AB7C77F9E6}"/>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A4D1-4D60-A912-E9AB7C77F9E6}"/>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A4D1-4D60-A912-E9AB7C77F9E6}"/>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A4D1-4D60-A912-E9AB7C77F9E6}"/>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A4D1-4D60-A912-E9AB7C77F9E6}"/>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A4D1-4D60-A912-E9AB7C77F9E6}"/>
              </c:ext>
            </c:extLst>
          </c:dPt>
          <c:dPt>
            <c:idx val="65"/>
            <c:invertIfNegative val="0"/>
            <c:bubble3D val="0"/>
            <c:extLst>
              <c:ext xmlns:c16="http://schemas.microsoft.com/office/drawing/2014/chart" uri="{C3380CC4-5D6E-409C-BE32-E72D297353CC}">
                <c16:uniqueId val="{00000028-A4D1-4D60-A912-E9AB7C77F9E6}"/>
              </c:ext>
            </c:extLst>
          </c:dPt>
          <c:dPt>
            <c:idx val="66"/>
            <c:invertIfNegative val="0"/>
            <c:bubble3D val="0"/>
            <c:extLst>
              <c:ext xmlns:c16="http://schemas.microsoft.com/office/drawing/2014/chart" uri="{C3380CC4-5D6E-409C-BE32-E72D297353CC}">
                <c16:uniqueId val="{00000029-A4D1-4D60-A912-E9AB7C77F9E6}"/>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A4D1-4D60-A912-E9AB7C77F9E6}"/>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A4D1-4D60-A912-E9AB7C77F9E6}"/>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A4D1-4D60-A912-E9AB7C77F9E6}"/>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A4D1-4D60-A912-E9AB7C77F9E6}"/>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A4D1-4D60-A912-E9AB7C77F9E6}"/>
              </c:ext>
            </c:extLst>
          </c:dPt>
          <c:dPt>
            <c:idx val="71"/>
            <c:invertIfNegative val="0"/>
            <c:bubble3D val="0"/>
            <c:extLst>
              <c:ext xmlns:c16="http://schemas.microsoft.com/office/drawing/2014/chart" uri="{C3380CC4-5D6E-409C-BE32-E72D297353CC}">
                <c16:uniqueId val="{0000002F-A4D1-4D60-A912-E9AB7C77F9E6}"/>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A4D1-4D60-A912-E9AB7C77F9E6}"/>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A4D1-4D60-A912-E9AB7C77F9E6}"/>
            </c:ext>
          </c:extLst>
        </c:ser>
        <c:dLbls>
          <c:showLegendKey val="0"/>
          <c:showVal val="0"/>
          <c:showCatName val="0"/>
          <c:showSerName val="0"/>
          <c:showPercent val="0"/>
          <c:showBubbleSize val="0"/>
        </c:dLbls>
        <c:bubbleScale val="66"/>
        <c:showNegBubbles val="0"/>
        <c:axId val="509230752"/>
        <c:axId val="1"/>
      </c:bubbleChart>
      <c:valAx>
        <c:axId val="509230752"/>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509230752"/>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2.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8546866333887965E-2"/>
          <c:y val="5.3951367781155016E-2"/>
          <c:w val="0.92900721020521349"/>
          <c:h val="0.89209726443769"/>
        </c:manualLayout>
      </c:layout>
      <c:barChart>
        <c:barDir val="col"/>
        <c:grouping val="stacked"/>
        <c:varyColors val="0"/>
        <c:ser>
          <c:idx val="0"/>
          <c:order val="0"/>
          <c:spPr>
            <a:solidFill>
              <a:srgbClr val="364D6E"/>
            </a:solidFill>
            <a:ln>
              <a:noFill/>
            </a:ln>
          </c:spPr>
          <c:invertIfNegative val="0"/>
          <c:dLbls>
            <c:dLbl>
              <c:idx val="4"/>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3BFF-47D8-BA68-1DA35D3033A3}"/>
                </c:ext>
              </c:extLst>
            </c:dLbl>
            <c:dLbl>
              <c:idx val="5"/>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3BFF-47D8-BA68-1DA35D3033A3}"/>
                </c:ext>
              </c:extLst>
            </c:dLbl>
            <c:dLbl>
              <c:idx val="6"/>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3BFF-47D8-BA68-1DA35D3033A3}"/>
                </c:ext>
              </c:extLst>
            </c:dLbl>
            <c:dLbl>
              <c:idx val="8"/>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3BFF-47D8-BA68-1DA35D3033A3}"/>
                </c:ext>
              </c:extLst>
            </c:dLbl>
            <c:dLbl>
              <c:idx val="9"/>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3BFF-47D8-BA68-1DA35D3033A3}"/>
                </c:ext>
              </c:extLst>
            </c:dLbl>
            <c:dLbl>
              <c:idx val="10"/>
              <c:layout>
                <c:manualLayout>
                  <c:x val="0"/>
                  <c:y val="-6.0030395136778117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3BFF-47D8-BA68-1DA35D3033A3}"/>
                </c:ext>
              </c:extLst>
            </c:dLbl>
            <c:dLbl>
              <c:idx val="11"/>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3BFF-47D8-BA68-1DA35D3033A3}"/>
                </c:ext>
              </c:extLst>
            </c:dLbl>
            <c:dLbl>
              <c:idx val="12"/>
              <c:layout>
                <c:manualLayout>
                  <c:x val="0"/>
                  <c:y val="-0.1489361702127659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3BFF-47D8-BA68-1DA35D3033A3}"/>
                </c:ext>
              </c:extLst>
            </c:dLbl>
            <c:dLbl>
              <c:idx val="13"/>
              <c:layout>
                <c:manualLayout>
                  <c:x val="0"/>
                  <c:y val="-0.158054711246200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3BFF-47D8-BA68-1DA35D3033A3}"/>
                </c:ext>
              </c:extLst>
            </c:dLbl>
            <c:dLbl>
              <c:idx val="14"/>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3BFF-47D8-BA68-1DA35D3033A3}"/>
                </c:ext>
              </c:extLst>
            </c:dLbl>
            <c:dLbl>
              <c:idx val="15"/>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3BFF-47D8-BA68-1DA35D3033A3}"/>
                </c:ext>
              </c:extLst>
            </c:dLbl>
            <c:dLbl>
              <c:idx val="17"/>
              <c:layout>
                <c:manualLayout>
                  <c:x val="0"/>
                  <c:y val="-0.1759118541033434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3BFF-47D8-BA68-1DA35D3033A3}"/>
                </c:ext>
              </c:extLst>
            </c:dLbl>
            <c:dLbl>
              <c:idx val="18"/>
              <c:layout>
                <c:manualLayout>
                  <c:x val="0"/>
                  <c:y val="-9.574468085106382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3BFF-47D8-BA68-1DA35D3033A3}"/>
                </c:ext>
              </c:extLst>
            </c:dLbl>
            <c:dLbl>
              <c:idx val="19"/>
              <c:layout>
                <c:manualLayout>
                  <c:x val="0"/>
                  <c:y val="-0.1314589665653495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3BFF-47D8-BA68-1DA35D3033A3}"/>
                </c:ext>
              </c:extLst>
            </c:dLbl>
            <c:dLbl>
              <c:idx val="20"/>
              <c:layout>
                <c:manualLayout>
                  <c:x val="0"/>
                  <c:y val="-0.1048632218844984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3BFF-47D8-BA68-1DA35D3033A3}"/>
                </c:ext>
              </c:extLst>
            </c:dLbl>
            <c:dLbl>
              <c:idx val="21"/>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3BFF-47D8-BA68-1DA35D3033A3}"/>
                </c:ext>
              </c:extLst>
            </c:dLbl>
            <c:dLbl>
              <c:idx val="22"/>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3BFF-47D8-BA68-1DA35D3033A3}"/>
                </c:ext>
              </c:extLst>
            </c:dLbl>
            <c:dLbl>
              <c:idx val="23"/>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1-3BFF-47D8-BA68-1DA35D3033A3}"/>
                </c:ext>
              </c:extLst>
            </c:dLbl>
            <c:dLbl>
              <c:idx val="24"/>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2-3BFF-47D8-BA68-1DA35D3033A3}"/>
                </c:ext>
              </c:extLst>
            </c:dLbl>
            <c:dLbl>
              <c:idx val="25"/>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3-3BFF-47D8-BA68-1DA35D3033A3}"/>
                </c:ext>
              </c:extLst>
            </c:dLbl>
            <c:dLbl>
              <c:idx val="26"/>
              <c:layout>
                <c:manualLayout>
                  <c:x val="0"/>
                  <c:y val="-0.1401975683890577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4-3BFF-47D8-BA68-1DA35D3033A3}"/>
                </c:ext>
              </c:extLst>
            </c:dLbl>
            <c:dLbl>
              <c:idx val="27"/>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5-3BFF-47D8-BA68-1DA35D3033A3}"/>
                </c:ext>
              </c:extLst>
            </c:dLbl>
            <c:dLbl>
              <c:idx val="30"/>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6-3BFF-47D8-BA68-1DA35D3033A3}"/>
                </c:ext>
              </c:extLst>
            </c:dLbl>
            <c:dLbl>
              <c:idx val="31"/>
              <c:layout>
                <c:manualLayout>
                  <c:x val="0"/>
                  <c:y val="-7.788753799392096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7-3BFF-47D8-BA68-1DA35D3033A3}"/>
                </c:ext>
              </c:extLst>
            </c:dLbl>
            <c:dLbl>
              <c:idx val="32"/>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8-3BFF-47D8-BA68-1DA35D3033A3}"/>
                </c:ext>
              </c:extLst>
            </c:dLbl>
            <c:dLbl>
              <c:idx val="33"/>
              <c:layout>
                <c:manualLayout>
                  <c:x val="0"/>
                  <c:y val="-5.129179331306990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9-3BFF-47D8-BA68-1DA35D3033A3}"/>
                </c:ext>
              </c:extLst>
            </c:dLbl>
            <c:dLbl>
              <c:idx val="34"/>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A-3BFF-47D8-BA68-1DA35D3033A3}"/>
                </c:ext>
              </c:extLst>
            </c:dLbl>
            <c:dLbl>
              <c:idx val="35"/>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B-3BFF-47D8-BA68-1DA35D3033A3}"/>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Sheet1!$A$1:$AN$1</c:f>
              <c:numCache>
                <c:formatCode>General</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extLst>
            <c:ext uri="{C3380CC4-5D6E-409C-BE32-E72D297353CC}">
              <c16:uniqueId val="{0000001C-3BFF-47D8-BA68-1DA35D3033A3}"/>
            </c:ext>
          </c:extLst>
        </c:ser>
        <c:dLbls>
          <c:showLegendKey val="0"/>
          <c:showVal val="0"/>
          <c:showCatName val="0"/>
          <c:showSerName val="0"/>
          <c:showPercent val="0"/>
          <c:showBubbleSize val="0"/>
        </c:dLbls>
        <c:gapWidth val="80"/>
        <c:overlap val="100"/>
        <c:axId val="962740831"/>
        <c:axId val="1"/>
      </c:barChart>
      <c:lineChart>
        <c:grouping val="standard"/>
        <c:varyColors val="0"/>
        <c:ser>
          <c:idx val="1"/>
          <c:order val="1"/>
          <c:spPr>
            <a:ln w="28575" cmpd="sng" algn="ctr">
              <a:solidFill>
                <a:srgbClr val="FFC000"/>
              </a:solidFill>
              <a:prstDash val="solid"/>
            </a:ln>
          </c:spPr>
          <c:marker>
            <c:symbol val="none"/>
          </c:marker>
          <c:val>
            <c:numRef>
              <c:f>Sheet1!$A$2:$AN$2</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extLst>
            <c:ext uri="{C3380CC4-5D6E-409C-BE32-E72D297353CC}">
              <c16:uniqueId val="{0000001D-3BFF-47D8-BA68-1DA35D3033A3}"/>
            </c:ext>
          </c:extLst>
        </c:ser>
        <c:ser>
          <c:idx val="2"/>
          <c:order val="2"/>
          <c:spPr>
            <a:ln w="28575" cmpd="sng" algn="ctr">
              <a:solidFill>
                <a:srgbClr val="007770"/>
              </a:solidFill>
              <a:prstDash val="solid"/>
            </a:ln>
          </c:spPr>
          <c:marker>
            <c:symbol val="none"/>
          </c:marker>
          <c:val>
            <c:numRef>
              <c:f>Sheet1!$A$3:$AN$3</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extLst>
            <c:ext uri="{C3380CC4-5D6E-409C-BE32-E72D297353CC}">
              <c16:uniqueId val="{0000001E-3BFF-47D8-BA68-1DA35D3033A3}"/>
            </c:ext>
          </c:extLst>
        </c:ser>
        <c:dLbls>
          <c:showLegendKey val="0"/>
          <c:showVal val="0"/>
          <c:showCatName val="0"/>
          <c:showSerName val="0"/>
          <c:showPercent val="0"/>
          <c:showBubbleSize val="0"/>
        </c:dLbls>
        <c:marker val="1"/>
        <c:smooth val="0"/>
        <c:axId val="2"/>
        <c:axId val="3"/>
      </c:lineChart>
      <c:catAx>
        <c:axId val="96274083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50"/>
          <c:min val="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962740831"/>
        <c:crosses val="max"/>
        <c:crossBetween val="between"/>
        <c:majorUnit val="5"/>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6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
        <c:crosses val="min"/>
        <c:crossBetween val="between"/>
        <c:majorUnit val="10"/>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6134570123217497E-2"/>
          <c:y val="3.2721202003338896E-2"/>
          <c:w val="0.9566662051779039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7FAC-45FD-ABFA-3F40219FA207}"/>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7FAC-45FD-ABFA-3F40219FA207}"/>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7FAC-45FD-ABFA-3F40219FA207}"/>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7FAC-45FD-ABFA-3F40219FA207}"/>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7FAC-45FD-ABFA-3F40219FA207}"/>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7FAC-45FD-ABFA-3F40219FA207}"/>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7FAC-45FD-ABFA-3F40219FA207}"/>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7FAC-45FD-ABFA-3F40219FA207}"/>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7FAC-45FD-ABFA-3F40219FA207}"/>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7FAC-45FD-ABFA-3F40219FA207}"/>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7FAC-45FD-ABFA-3F40219FA207}"/>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7FAC-45FD-ABFA-3F40219FA207}"/>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7FAC-45FD-ABFA-3F40219FA207}"/>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7FAC-45FD-ABFA-3F40219FA207}"/>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7FAC-45FD-ABFA-3F40219FA207}"/>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7FAC-45FD-ABFA-3F40219FA207}"/>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7FAC-45FD-ABFA-3F40219FA207}"/>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7FAC-45FD-ABFA-3F40219FA207}"/>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7FAC-45FD-ABFA-3F40219FA207}"/>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7FAC-45FD-ABFA-3F40219FA207}"/>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7FAC-45FD-ABFA-3F40219FA207}"/>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7FAC-45FD-ABFA-3F40219FA207}"/>
              </c:ext>
            </c:extLst>
          </c:dPt>
          <c:dPt>
            <c:idx val="39"/>
            <c:invertIfNegative val="0"/>
            <c:bubble3D val="0"/>
            <c:extLst>
              <c:ext xmlns:c16="http://schemas.microsoft.com/office/drawing/2014/chart" uri="{C3380CC4-5D6E-409C-BE32-E72D297353CC}">
                <c16:uniqueId val="{00000016-7FAC-45FD-ABFA-3F40219FA207}"/>
              </c:ext>
            </c:extLst>
          </c:dPt>
          <c:dPt>
            <c:idx val="40"/>
            <c:invertIfNegative val="0"/>
            <c:bubble3D val="0"/>
            <c:extLst>
              <c:ext xmlns:c16="http://schemas.microsoft.com/office/drawing/2014/chart" uri="{C3380CC4-5D6E-409C-BE32-E72D297353CC}">
                <c16:uniqueId val="{00000017-7FAC-45FD-ABFA-3F40219FA207}"/>
              </c:ext>
            </c:extLst>
          </c:dPt>
          <c:dPt>
            <c:idx val="41"/>
            <c:invertIfNegative val="0"/>
            <c:bubble3D val="0"/>
            <c:extLst>
              <c:ext xmlns:c16="http://schemas.microsoft.com/office/drawing/2014/chart" uri="{C3380CC4-5D6E-409C-BE32-E72D297353CC}">
                <c16:uniqueId val="{00000018-7FAC-45FD-ABFA-3F40219FA207}"/>
              </c:ext>
            </c:extLst>
          </c:dPt>
          <c:dPt>
            <c:idx val="42"/>
            <c:invertIfNegative val="0"/>
            <c:bubble3D val="0"/>
            <c:extLst>
              <c:ext xmlns:c16="http://schemas.microsoft.com/office/drawing/2014/chart" uri="{C3380CC4-5D6E-409C-BE32-E72D297353CC}">
                <c16:uniqueId val="{00000019-7FAC-45FD-ABFA-3F40219FA207}"/>
              </c:ext>
            </c:extLst>
          </c:dPt>
          <c:dPt>
            <c:idx val="43"/>
            <c:invertIfNegative val="0"/>
            <c:bubble3D val="0"/>
            <c:extLst>
              <c:ext xmlns:c16="http://schemas.microsoft.com/office/drawing/2014/chart" uri="{C3380CC4-5D6E-409C-BE32-E72D297353CC}">
                <c16:uniqueId val="{0000001A-7FAC-45FD-ABFA-3F40219FA207}"/>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7FAC-45FD-ABFA-3F40219FA207}"/>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7FAC-45FD-ABFA-3F40219FA207}"/>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7FAC-45FD-ABFA-3F40219FA207}"/>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7FAC-45FD-ABFA-3F40219FA207}"/>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7FAC-45FD-ABFA-3F40219FA207}"/>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7FAC-45FD-ABFA-3F40219FA207}"/>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7FAC-45FD-ABFA-3F40219FA207}"/>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7FAC-45FD-ABFA-3F40219FA207}"/>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7FAC-45FD-ABFA-3F40219FA207}"/>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7FAC-45FD-ABFA-3F40219FA207}"/>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7FAC-45FD-ABFA-3F40219FA207}"/>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7FAC-45FD-ABFA-3F40219FA207}"/>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7FAC-45FD-ABFA-3F40219FA207}"/>
              </c:ext>
            </c:extLst>
          </c:dPt>
          <c:dPt>
            <c:idx val="65"/>
            <c:invertIfNegative val="0"/>
            <c:bubble3D val="0"/>
            <c:extLst>
              <c:ext xmlns:c16="http://schemas.microsoft.com/office/drawing/2014/chart" uri="{C3380CC4-5D6E-409C-BE32-E72D297353CC}">
                <c16:uniqueId val="{00000028-7FAC-45FD-ABFA-3F40219FA207}"/>
              </c:ext>
            </c:extLst>
          </c:dPt>
          <c:dPt>
            <c:idx val="66"/>
            <c:invertIfNegative val="0"/>
            <c:bubble3D val="0"/>
            <c:extLst>
              <c:ext xmlns:c16="http://schemas.microsoft.com/office/drawing/2014/chart" uri="{C3380CC4-5D6E-409C-BE32-E72D297353CC}">
                <c16:uniqueId val="{00000029-7FAC-45FD-ABFA-3F40219FA207}"/>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7FAC-45FD-ABFA-3F40219FA207}"/>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7FAC-45FD-ABFA-3F40219FA207}"/>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7FAC-45FD-ABFA-3F40219FA207}"/>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7FAC-45FD-ABFA-3F40219FA207}"/>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7FAC-45FD-ABFA-3F40219FA207}"/>
              </c:ext>
            </c:extLst>
          </c:dPt>
          <c:dPt>
            <c:idx val="71"/>
            <c:invertIfNegative val="0"/>
            <c:bubble3D val="0"/>
            <c:extLst>
              <c:ext xmlns:c16="http://schemas.microsoft.com/office/drawing/2014/chart" uri="{C3380CC4-5D6E-409C-BE32-E72D297353CC}">
                <c16:uniqueId val="{0000002F-7FAC-45FD-ABFA-3F40219FA207}"/>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7FAC-45FD-ABFA-3F40219FA207}"/>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7FAC-45FD-ABFA-3F40219FA207}"/>
            </c:ext>
          </c:extLst>
        </c:ser>
        <c:dLbls>
          <c:showLegendKey val="0"/>
          <c:showVal val="0"/>
          <c:showCatName val="0"/>
          <c:showSerName val="0"/>
          <c:showPercent val="0"/>
          <c:showBubbleSize val="0"/>
        </c:dLbls>
        <c:bubbleScale val="66"/>
        <c:showNegBubbles val="0"/>
        <c:axId val="1424741247"/>
        <c:axId val="1"/>
      </c:bubbleChart>
      <c:valAx>
        <c:axId val="1424741247"/>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424741247"/>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5.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6528662420382167E-2"/>
          <c:w val="0.92616183062042934"/>
          <c:h val="0.88694267515923564"/>
        </c:manualLayout>
      </c:layout>
      <c:barChart>
        <c:barDir val="col"/>
        <c:grouping val="stacked"/>
        <c:varyColors val="0"/>
        <c:ser>
          <c:idx val="0"/>
          <c:order val="0"/>
          <c:spPr>
            <a:solidFill>
              <a:srgbClr val="4C6C9C"/>
            </a:solidFill>
            <a:ln>
              <a:noFill/>
            </a:ln>
          </c:spPr>
          <c:invertIfNegative val="0"/>
          <c:dPt>
            <c:idx val="1"/>
            <c:invertIfNegative val="0"/>
            <c:bubble3D val="0"/>
            <c:spPr>
              <a:solidFill>
                <a:srgbClr val="9DB1CF"/>
              </a:solidFill>
              <a:ln>
                <a:noFill/>
              </a:ln>
            </c:spPr>
            <c:extLst>
              <c:ext uri="{C3380CC4-5D6E-409C-BE32-E72D297353CC}">
                <c16:uniqueId val="{00000000-BCE5-47A4-AC77-8BBBAAE908D6}"/>
              </c:ext>
            </c:extLst>
          </c:dPt>
          <c:dLbls>
            <c:dLbl>
              <c:idx val="1"/>
              <c:layout>
                <c:manualLayout>
                  <c:x val="0"/>
                  <c:y val="-5.5334394904458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BCE5-47A4-AC77-8BBBAAE908D6}"/>
                </c:ext>
              </c:extLst>
            </c:dLbl>
            <c:dLbl>
              <c:idx val="19"/>
              <c:layout>
                <c:manualLayout>
                  <c:x val="0"/>
                  <c:y val="-0.19307324840764331"/>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BCE5-47A4-AC77-8BBBAAE908D6}"/>
                </c:ext>
              </c:extLst>
            </c:dLbl>
            <c:dLbl>
              <c:idx val="20"/>
              <c:layout>
                <c:manualLayout>
                  <c:x val="0"/>
                  <c:y val="-0.1142515923566879"/>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BCE5-47A4-AC77-8BBBAAE908D6}"/>
                </c:ext>
              </c:extLst>
            </c:dLbl>
            <c:dLbl>
              <c:idx val="21"/>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BCE5-47A4-AC77-8BBBAAE908D6}"/>
                </c:ext>
              </c:extLst>
            </c:dLbl>
            <c:dLbl>
              <c:idx val="22"/>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BCE5-47A4-AC77-8BBBAAE908D6}"/>
                </c:ext>
              </c:extLst>
            </c:dLbl>
            <c:dLbl>
              <c:idx val="23"/>
              <c:layout>
                <c:manualLayout>
                  <c:x val="0"/>
                  <c:y val="-4.498407643312101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BCE5-47A4-AC77-8BBBAAE908D6}"/>
                </c:ext>
              </c:extLst>
            </c:dLbl>
            <c:dLbl>
              <c:idx val="24"/>
              <c:layout>
                <c:manualLayout>
                  <c:x val="0"/>
                  <c:y val="-3.542993630573248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BCE5-47A4-AC77-8BBBAAE908D6}"/>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extLst>
            <c:ext uri="{C3380CC4-5D6E-409C-BE32-E72D297353CC}">
              <c16:uniqueId val="{00000007-BCE5-47A4-AC77-8BBBAAE908D6}"/>
            </c:ext>
          </c:extLst>
        </c:ser>
        <c:ser>
          <c:idx val="1"/>
          <c:order val="1"/>
          <c:spPr>
            <a:solidFill>
              <a:srgbClr val="9DB1CF"/>
            </a:solidFill>
            <a:ln>
              <a:noFill/>
            </a:ln>
          </c:spPr>
          <c:invertIfNegative val="0"/>
          <c:val>
            <c:numRef>
              <c:f>Sheet1!$A$2:$Y$2</c:f>
              <c:numCache>
                <c:formatCode>General</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extLst>
            <c:ext uri="{C3380CC4-5D6E-409C-BE32-E72D297353CC}">
              <c16:uniqueId val="{00000008-BCE5-47A4-AC77-8BBBAAE908D6}"/>
            </c:ext>
          </c:extLst>
        </c:ser>
        <c:dLbls>
          <c:showLegendKey val="0"/>
          <c:showVal val="0"/>
          <c:showCatName val="0"/>
          <c:showSerName val="0"/>
          <c:showPercent val="0"/>
          <c:showBubbleSize val="0"/>
        </c:dLbls>
        <c:gapWidth val="130"/>
        <c:overlap val="100"/>
        <c:axId val="1663799920"/>
        <c:axId val="1"/>
      </c:barChart>
      <c:catAx>
        <c:axId val="166379992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35"/>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63799920"/>
        <c:crosses val="min"/>
        <c:crossBetween val="between"/>
        <c:majorUnit val="5"/>
      </c:valAx>
    </c:plotArea>
    <c:plotVisOnly val="0"/>
    <c:dispBlanksAs val="gap"/>
    <c:showDLblsOverMax val="1"/>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 Id="rId3"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6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Table 1"/>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Table 9"/>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Rectangle 2"/>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72"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74"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29"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0"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1"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2"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3"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4"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5"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6"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7"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8"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39"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0"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1"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2"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3"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4"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5"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55"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5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5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58" name="TakeawayBanner"/>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ScenarioChip"/>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27"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28"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9"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30"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31"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32"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67"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2026-06-27T18:05:32Z</dcterms:created>
  <dcterms:modified xsi:type="dcterms:W3CDTF">2026-06-27T18:05:32Z</dcterms:modified>
</cp:coreProperties>
</file>