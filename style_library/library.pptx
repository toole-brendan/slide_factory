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BinaryWorksheet14.xlsb" ContentType="application/vnd.ms-excel.sheet.binary.macroEnabled.12"/>
  <Override PartName="/ppt/embeddings/Microsoft_Excel_BinaryWorksheet15.xlsb" ContentType="application/vnd.ms-excel.sheet.binary.macroEnabled.12"/>
  <Override PartName="/ppt/embeddings/Microsoft_Excel_BinaryWorksheet16.xlsb" ContentType="application/vnd.ms-excel.sheet.binary.macroEnabled.12"/>
  <Override PartName="/ppt/embeddings/Microsoft_Excel_BinaryWorksheet17.xlsb" ContentType="application/vnd.ms-excel.sheet.binary.macroEnabled.12"/>
  <Override PartName="/ppt/embeddings/Microsoft_Excel_BinaryWorksheet18.xlsb" ContentType="application/vnd.ms-excel.sheet.binary.macroEnabled.12"/>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BinaryWorksheet21.xlsb" ContentType="application/vnd.ms-excel.sheet.binary.macroEnabled.12"/>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BinaryWorksheet14.xlsb"/></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BinaryWorksheet16.xlsb"/></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BinaryWorksheet17.xlsb"/></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BinaryWorksheet18.xlsb"/></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BinaryWorksheet21.xlsb"/></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9191329720716966E-2"/>
          <c:w val="0.92616183062042934"/>
          <c:h val="0.88161734055856611"/>
        </c:manualLayout>
      </c:layout>
      <c:barChart>
        <c:barDir val="col"/>
        <c:grouping val="stacked"/>
        <c:varyColors val="0"/>
        <c:ser>
          <c:idx val="0"/>
          <c:order val="0"/>
          <c:spPr>
            <a:solidFill>
              <a:srgbClr val="364D6E"/>
            </a:solidFill>
            <a:ln>
              <a:noFill/>
            </a:ln>
          </c:spPr>
          <c:invertIfNegative val="0"/>
          <c:dPt>
            <c:idx val="0"/>
            <c:invertIfNegative val="0"/>
            <c:bubble3D val="0"/>
            <c:spPr>
              <a:solidFill>
                <a:srgbClr val="C0C0C0"/>
              </a:solidFill>
              <a:ln>
                <a:noFill/>
              </a:ln>
            </c:spPr>
            <c:extLst>
              <c:ext uri="{C3380CC4-5D6E-409C-BE32-E72D297353CC}">
                <c16:uniqueId val="{00000000-8069-43FD-A691-2750ED4C430E}"/>
              </c:ext>
            </c:extLst>
          </c:dPt>
          <c:dPt>
            <c:idx val="1"/>
            <c:invertIfNegative val="0"/>
            <c:bubble3D val="0"/>
            <c:spPr>
              <a:solidFill>
                <a:srgbClr val="C0C0C0"/>
              </a:solidFill>
              <a:ln>
                <a:noFill/>
              </a:ln>
            </c:spPr>
            <c:extLst>
              <c:ext uri="{C3380CC4-5D6E-409C-BE32-E72D297353CC}">
                <c16:uniqueId val="{00000001-8069-43FD-A691-2750ED4C430E}"/>
              </c:ext>
            </c:extLst>
          </c:dPt>
          <c:dPt>
            <c:idx val="2"/>
            <c:invertIfNegative val="0"/>
            <c:bubble3D val="0"/>
            <c:spPr>
              <a:solidFill>
                <a:srgbClr val="000000"/>
              </a:solidFill>
              <a:ln>
                <a:noFill/>
              </a:ln>
            </c:spPr>
            <c:extLst>
              <c:ext uri="{C3380CC4-5D6E-409C-BE32-E72D297353CC}">
                <c16:uniqueId val="{00000002-8069-43FD-A691-2750ED4C430E}"/>
              </c:ext>
            </c:extLst>
          </c:dPt>
          <c:dPt>
            <c:idx val="3"/>
            <c:invertIfNegative val="0"/>
            <c:bubble3D val="0"/>
            <c:spPr>
              <a:solidFill>
                <a:srgbClr val="000000"/>
              </a:solidFill>
              <a:ln>
                <a:noFill/>
              </a:ln>
            </c:spPr>
            <c:extLst>
              <c:ext uri="{C3380CC4-5D6E-409C-BE32-E72D297353CC}">
                <c16:uniqueId val="{00000003-8069-43FD-A691-2750ED4C430E}"/>
              </c:ext>
            </c:extLst>
          </c:dPt>
          <c:dPt>
            <c:idx val="4"/>
            <c:invertIfNegative val="0"/>
            <c:bubble3D val="0"/>
            <c:spPr>
              <a:solidFill>
                <a:srgbClr val="000000"/>
              </a:solidFill>
              <a:ln>
                <a:noFill/>
              </a:ln>
            </c:spPr>
            <c:extLst>
              <c:ext uri="{C3380CC4-5D6E-409C-BE32-E72D297353CC}">
                <c16:uniqueId val="{00000004-8069-43FD-A691-2750ED4C430E}"/>
              </c:ext>
            </c:extLst>
          </c:dPt>
          <c:dPt>
            <c:idx val="5"/>
            <c:invertIfNegative val="0"/>
            <c:bubble3D val="0"/>
            <c:spPr>
              <a:solidFill>
                <a:srgbClr val="9DB1CF"/>
              </a:solidFill>
              <a:ln>
                <a:noFill/>
              </a:ln>
            </c:spPr>
            <c:extLst>
              <c:ext uri="{C3380CC4-5D6E-409C-BE32-E72D297353CC}">
                <c16:uniqueId val="{00000005-8069-43FD-A691-2750ED4C430E}"/>
              </c:ext>
            </c:extLst>
          </c:dPt>
          <c:dLbls>
            <c:dLbl>
              <c:idx val="2"/>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8069-43FD-A691-2750ED4C430E}"/>
                </c:ext>
              </c:extLst>
            </c:dLbl>
            <c:dLbl>
              <c:idx val="5"/>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8069-43FD-A691-2750ED4C430E}"/>
                </c:ext>
              </c:extLst>
            </c:dLbl>
            <c:dLbl>
              <c:idx val="7"/>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8069-43FD-A691-2750ED4C430E}"/>
                </c:ext>
              </c:extLst>
            </c:dLbl>
            <c:dLbl>
              <c:idx val="8"/>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8069-43FD-A691-2750ED4C430E}"/>
                </c:ext>
              </c:extLst>
            </c:dLbl>
            <c:dLbl>
              <c:idx val="10"/>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8069-43FD-A691-2750ED4C430E}"/>
                </c:ext>
              </c:extLst>
            </c:dLbl>
            <c:dLbl>
              <c:idx val="11"/>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8069-43FD-A691-2750ED4C430E}"/>
                </c:ext>
              </c:extLst>
            </c:dLbl>
            <c:dLbl>
              <c:idx val="13"/>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8069-43FD-A691-2750ED4C430E}"/>
                </c:ext>
              </c:extLst>
            </c:dLbl>
            <c:dLbl>
              <c:idx val="15"/>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8069-43FD-A691-2750ED4C430E}"/>
                </c:ext>
              </c:extLst>
            </c:dLbl>
            <c:dLbl>
              <c:idx val="16"/>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8069-43FD-A691-2750ED4C430E}"/>
                </c:ext>
              </c:extLst>
            </c:dLbl>
            <c:dLbl>
              <c:idx val="21"/>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8069-43FD-A691-2750ED4C430E}"/>
                </c:ext>
              </c:extLst>
            </c:dLbl>
            <c:dLbl>
              <c:idx val="22"/>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8069-43FD-A691-2750ED4C430E}"/>
                </c:ext>
              </c:extLst>
            </c:dLbl>
            <c:dLbl>
              <c:idx val="23"/>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8069-43FD-A691-2750ED4C430E}"/>
                </c:ext>
              </c:extLst>
            </c:dLbl>
            <c:dLbl>
              <c:idx val="24"/>
              <c:layout>
                <c:manualLayout>
                  <c:x val="0"/>
                  <c:y val="-0.11504793664026677"/>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8069-43FD-A691-2750ED4C430E}"/>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extLst>
            <c:ext uri="{C3380CC4-5D6E-409C-BE32-E72D297353CC}">
              <c16:uniqueId val="{00000011-8069-43FD-A691-2750ED4C430E}"/>
            </c:ext>
          </c:extLst>
        </c:ser>
        <c:ser>
          <c:idx val="1"/>
          <c:order val="1"/>
          <c:spPr>
            <a:solidFill>
              <a:srgbClr val="9DB1CF"/>
            </a:solidFill>
            <a:ln>
              <a:noFill/>
            </a:ln>
          </c:spPr>
          <c:invertIfNegative val="0"/>
          <c:dPt>
            <c:idx val="0"/>
            <c:invertIfNegative val="0"/>
            <c:bubble3D val="0"/>
            <c:spPr>
              <a:solidFill>
                <a:srgbClr val="364D6E"/>
              </a:solidFill>
              <a:ln>
                <a:noFill/>
              </a:ln>
            </c:spPr>
            <c:extLst>
              <c:ext uri="{C3380CC4-5D6E-409C-BE32-E72D297353CC}">
                <c16:uniqueId val="{00000012-8069-43FD-A691-2750ED4C430E}"/>
              </c:ext>
            </c:extLst>
          </c:dPt>
          <c:dPt>
            <c:idx val="3"/>
            <c:invertIfNegative val="0"/>
            <c:bubble3D val="0"/>
            <c:spPr>
              <a:solidFill>
                <a:srgbClr val="364D6E"/>
              </a:solidFill>
              <a:ln>
                <a:noFill/>
              </a:ln>
            </c:spPr>
            <c:extLst>
              <c:ext uri="{C3380CC4-5D6E-409C-BE32-E72D297353CC}">
                <c16:uniqueId val="{00000013-8069-43FD-A691-2750ED4C430E}"/>
              </c:ext>
            </c:extLst>
          </c:dPt>
          <c:dPt>
            <c:idx val="12"/>
            <c:invertIfNegative val="0"/>
            <c:bubble3D val="0"/>
            <c:spPr>
              <a:solidFill>
                <a:srgbClr val="6F8DB9"/>
              </a:solidFill>
              <a:ln>
                <a:noFill/>
              </a:ln>
            </c:spPr>
            <c:extLst>
              <c:ext uri="{C3380CC4-5D6E-409C-BE32-E72D297353CC}">
                <c16:uniqueId val="{00000014-8069-43FD-A691-2750ED4C430E}"/>
              </c:ext>
            </c:extLst>
          </c:dPt>
          <c:dPt>
            <c:idx val="14"/>
            <c:invertIfNegative val="0"/>
            <c:bubble3D val="0"/>
            <c:spPr>
              <a:solidFill>
                <a:srgbClr val="4C6C9C"/>
              </a:solidFill>
              <a:ln>
                <a:noFill/>
              </a:ln>
            </c:spPr>
            <c:extLst>
              <c:ext uri="{C3380CC4-5D6E-409C-BE32-E72D297353CC}">
                <c16:uniqueId val="{00000015-8069-43FD-A691-2750ED4C430E}"/>
              </c:ext>
            </c:extLst>
          </c:dPt>
          <c:dPt>
            <c:idx val="17"/>
            <c:invertIfNegative val="0"/>
            <c:bubble3D val="0"/>
            <c:spPr>
              <a:solidFill>
                <a:srgbClr val="4C6C9C"/>
              </a:solidFill>
              <a:ln>
                <a:noFill/>
              </a:ln>
            </c:spPr>
            <c:extLst>
              <c:ext uri="{C3380CC4-5D6E-409C-BE32-E72D297353CC}">
                <c16:uniqueId val="{00000016-8069-43FD-A691-2750ED4C430E}"/>
              </c:ext>
            </c:extLst>
          </c:dPt>
          <c:dPt>
            <c:idx val="19"/>
            <c:invertIfNegative val="0"/>
            <c:bubble3D val="0"/>
            <c:spPr>
              <a:solidFill>
                <a:srgbClr val="4C6C9C"/>
              </a:solidFill>
              <a:ln>
                <a:noFill/>
              </a:ln>
            </c:spPr>
            <c:extLst>
              <c:ext uri="{C3380CC4-5D6E-409C-BE32-E72D297353CC}">
                <c16:uniqueId val="{00000017-8069-43FD-A691-2750ED4C430E}"/>
              </c:ext>
            </c:extLst>
          </c:dPt>
          <c:val>
            <c:numRef>
              <c:f>Sheet1!$A$2:$Y$2</c:f>
              <c:numCache>
                <c:formatCode>General</c:formatCode>
                <c:ptCount val="25"/>
                <c:pt idx="0">
                  <c:v>-1</c:v>
                </c:pt>
                <c:pt idx="1">
                  <c:v>-3</c:v>
                </c:pt>
                <c:pt idx="3">
                  <c:v>-1</c:v>
                </c:pt>
                <c:pt idx="4">
                  <c:v>-1</c:v>
                </c:pt>
                <c:pt idx="6">
                  <c:v>-1</c:v>
                </c:pt>
                <c:pt idx="12">
                  <c:v>-1</c:v>
                </c:pt>
                <c:pt idx="14">
                  <c:v>-1</c:v>
                </c:pt>
                <c:pt idx="17">
                  <c:v>-2</c:v>
                </c:pt>
                <c:pt idx="18">
                  <c:v>-1</c:v>
                </c:pt>
                <c:pt idx="19">
                  <c:v>-1</c:v>
                </c:pt>
                <c:pt idx="20">
                  <c:v>-1</c:v>
                </c:pt>
              </c:numCache>
            </c:numRef>
          </c:val>
          <c:extLst>
            <c:ext uri="{C3380CC4-5D6E-409C-BE32-E72D297353CC}">
              <c16:uniqueId val="{00000018-8069-43FD-A691-2750ED4C430E}"/>
            </c:ext>
          </c:extLst>
        </c:ser>
        <c:ser>
          <c:idx val="2"/>
          <c:order val="2"/>
          <c:spPr>
            <a:solidFill>
              <a:srgbClr val="9DB1CF"/>
            </a:solidFill>
            <a:ln>
              <a:noFill/>
            </a:ln>
          </c:spPr>
          <c:invertIfNegative val="0"/>
          <c:dPt>
            <c:idx val="0"/>
            <c:invertIfNegative val="0"/>
            <c:bubble3D val="0"/>
            <c:spPr>
              <a:solidFill>
                <a:srgbClr val="6F8DB9"/>
              </a:solidFill>
              <a:ln>
                <a:noFill/>
              </a:ln>
            </c:spPr>
            <c:extLst>
              <c:ext uri="{C3380CC4-5D6E-409C-BE32-E72D297353CC}">
                <c16:uniqueId val="{00000019-8069-43FD-A691-2750ED4C430E}"/>
              </c:ext>
            </c:extLst>
          </c:dPt>
          <c:val>
            <c:numRef>
              <c:f>Sheet1!$A$3:$Y$3</c:f>
              <c:numCache>
                <c:formatCode>General</c:formatCode>
                <c:ptCount val="25"/>
                <c:pt idx="0">
                  <c:v>-5</c:v>
                </c:pt>
                <c:pt idx="17">
                  <c:v>-1</c:v>
                </c:pt>
                <c:pt idx="19">
                  <c:v>-1</c:v>
                </c:pt>
              </c:numCache>
            </c:numRef>
          </c:val>
          <c:extLst>
            <c:ext uri="{C3380CC4-5D6E-409C-BE32-E72D297353CC}">
              <c16:uniqueId val="{0000001A-8069-43FD-A691-2750ED4C430E}"/>
            </c:ext>
          </c:extLst>
        </c:ser>
        <c:ser>
          <c:idx val="3"/>
          <c:order val="3"/>
          <c:spPr>
            <a:solidFill>
              <a:srgbClr val="9DB1CF"/>
            </a:solidFill>
            <a:ln>
              <a:noFill/>
            </a:ln>
          </c:spPr>
          <c:invertIfNegative val="0"/>
          <c:val>
            <c:numRef>
              <c:f>Sheet1!$A$4:$Y$4</c:f>
              <c:numCache>
                <c:formatCode>General</c:formatCode>
                <c:ptCount val="25"/>
                <c:pt idx="0">
                  <c:v>-4</c:v>
                </c:pt>
              </c:numCache>
            </c:numRef>
          </c:val>
          <c:extLst>
            <c:ext uri="{C3380CC4-5D6E-409C-BE32-E72D297353CC}">
              <c16:uniqueId val="{0000001B-8069-43FD-A691-2750ED4C430E}"/>
            </c:ext>
          </c:extLst>
        </c:ser>
        <c:dLbls>
          <c:showLegendKey val="0"/>
          <c:showVal val="0"/>
          <c:showCatName val="0"/>
          <c:showSerName val="0"/>
          <c:showPercent val="0"/>
          <c:showBubbleSize val="0"/>
        </c:dLbls>
        <c:gapWidth val="130"/>
        <c:overlap val="100"/>
        <c:axId val="230019328"/>
        <c:axId val="1"/>
      </c:barChart>
      <c:catAx>
        <c:axId val="230019328"/>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1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30019328"/>
        <c:crosses val="min"/>
        <c:crossBetween val="between"/>
        <c:majorUnit val="5"/>
      </c:valAx>
    </c:plotArea>
    <c:plotVisOnly val="0"/>
    <c:dispBlanksAs val="gap"/>
    <c:showDLblsOverMax val="1"/>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A781-4C39-903F-30B949D27D40}"/>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A781-4C39-903F-30B949D27D40}"/>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extLst>
            <c:ext uri="{C3380CC4-5D6E-409C-BE32-E72D297353CC}">
              <c16:uniqueId val="{00000002-A781-4C39-903F-30B949D27D40}"/>
            </c:ext>
          </c:extLst>
        </c:ser>
        <c:ser>
          <c:idx val="3"/>
          <c:order val="3"/>
          <c:spPr>
            <a:solidFill>
              <a:srgbClr val="4C6C9C"/>
            </a:solidFill>
            <a:ln>
              <a:noFill/>
            </a:ln>
          </c:spPr>
          <c:val>
            <c:numRef>
              <c:f>Sheet1!$A$4:$Y$4</c:f>
              <c:numCache>
                <c:formatCode>General</c:formatCode>
                <c:ptCount val="25"/>
              </c:numCache>
            </c:numRef>
          </c:val>
          <c:extLst>
            <c:ext uri="{C3380CC4-5D6E-409C-BE32-E72D297353CC}">
              <c16:uniqueId val="{00000003-A781-4C39-903F-30B949D27D40}"/>
            </c:ext>
          </c:extLst>
        </c:ser>
        <c:ser>
          <c:idx val="4"/>
          <c:order val="4"/>
          <c:spPr>
            <a:solidFill>
              <a:srgbClr val="6F8DB9"/>
            </a:solidFill>
            <a:ln>
              <a:noFill/>
            </a:ln>
          </c:spPr>
          <c:val>
            <c:numRef>
              <c:f>Sheet1!$A$5:$Y$5</c:f>
              <c:numCache>
                <c:formatCode>General</c:formatCode>
                <c:ptCount val="25"/>
              </c:numCache>
            </c:numRef>
          </c:val>
          <c:extLst>
            <c:ext uri="{C3380CC4-5D6E-409C-BE32-E72D297353CC}">
              <c16:uniqueId val="{00000004-A781-4C39-903F-30B949D27D40}"/>
            </c:ext>
          </c:extLst>
        </c:ser>
        <c:ser>
          <c:idx val="5"/>
          <c:order val="5"/>
          <c:spPr>
            <a:solidFill>
              <a:srgbClr val="9DB1CF"/>
            </a:solidFill>
            <a:ln>
              <a:noFill/>
            </a:ln>
          </c:spPr>
          <c:val>
            <c:numRef>
              <c:f>Sheet1!$A$6:$Y$6</c:f>
              <c:numCache>
                <c:formatCode>General</c:formatCode>
                <c:ptCount val="25"/>
              </c:numCache>
            </c:numRef>
          </c:val>
          <c:extLst>
            <c:ext uri="{C3380CC4-5D6E-409C-BE32-E72D297353CC}">
              <c16:uniqueId val="{00000005-A781-4C39-903F-30B949D27D40}"/>
            </c:ext>
          </c:extLst>
        </c:ser>
        <c:ser>
          <c:idx val="6"/>
          <c:order val="6"/>
          <c:spPr>
            <a:pattFill prst="ltUpDiag">
              <a:fgClr>
                <a:schemeClr val="tx1"/>
              </a:fgClr>
              <a:bgClr>
                <a:schemeClr val="bg1"/>
              </a:bgClr>
            </a:pattFill>
            <a:ln>
              <a:noFill/>
            </a:ln>
          </c:spPr>
          <c:val>
            <c:numRef>
              <c:f>Sheet1!$A$7:$Y$7</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extLst>
            <c:ext uri="{C3380CC4-5D6E-409C-BE32-E72D297353CC}">
              <c16:uniqueId val="{00000006-A781-4C39-903F-30B949D27D40}"/>
            </c:ext>
          </c:extLst>
        </c:ser>
        <c:ser>
          <c:idx val="7"/>
          <c:order val="7"/>
          <c:spPr>
            <a:solidFill>
              <a:srgbClr val="C30C3E"/>
            </a:solidFill>
            <a:ln>
              <a:noFill/>
            </a:ln>
          </c:spPr>
          <c:val>
            <c:numRef>
              <c:f>Sheet1!$A$8:$Y$8</c:f>
              <c:numCache>
                <c:formatCode>General</c:formatCode>
                <c:ptCount val="25"/>
                <c:pt idx="16">
                  <c:v>96</c:v>
                </c:pt>
                <c:pt idx="17">
                  <c:v>156</c:v>
                </c:pt>
                <c:pt idx="18">
                  <c:v>156</c:v>
                </c:pt>
                <c:pt idx="19">
                  <c:v>156</c:v>
                </c:pt>
                <c:pt idx="20">
                  <c:v>163</c:v>
                </c:pt>
                <c:pt idx="21">
                  <c:v>163</c:v>
                </c:pt>
                <c:pt idx="22">
                  <c:v>164</c:v>
                </c:pt>
                <c:pt idx="23">
                  <c:v>162</c:v>
                </c:pt>
                <c:pt idx="24">
                  <c:v>155</c:v>
                </c:pt>
              </c:numCache>
            </c:numRef>
          </c:val>
          <c:extLst>
            <c:ext uri="{C3380CC4-5D6E-409C-BE32-E72D297353CC}">
              <c16:uniqueId val="{00000007-A781-4C39-903F-30B949D27D40}"/>
            </c:ext>
          </c:extLst>
        </c:ser>
        <c:dLbls>
          <c:showLegendKey val="0"/>
          <c:showVal val="0"/>
          <c:showCatName val="0"/>
          <c:showSerName val="0"/>
          <c:showPercent val="0"/>
          <c:showBubbleSize val="0"/>
        </c:dLbls>
        <c:axId val="164156592"/>
        <c:axId val="1"/>
      </c:areaChart>
      <c:catAx>
        <c:axId val="1641565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4156592"/>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84DA-46B4-9321-0EC8E59C07A9}"/>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84DA-46B4-9321-0EC8E59C07A9}"/>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extLst>
            <c:ext uri="{C3380CC4-5D6E-409C-BE32-E72D297353CC}">
              <c16:uniqueId val="{00000002-84DA-46B4-9321-0EC8E59C07A9}"/>
            </c:ext>
          </c:extLst>
        </c:ser>
        <c:ser>
          <c:idx val="3"/>
          <c:order val="3"/>
          <c:spPr>
            <a:solidFill>
              <a:schemeClr val="accent5"/>
            </a:solidFill>
            <a:ln>
              <a:noFill/>
            </a:ln>
          </c:spPr>
          <c:val>
            <c:numRef>
              <c:f>Sheet1!$A$4:$Y$4</c:f>
              <c:numCache>
                <c:formatCode>General</c:formatCode>
                <c:ptCount val="25"/>
              </c:numCache>
            </c:numRef>
          </c:val>
          <c:extLst>
            <c:ext uri="{C3380CC4-5D6E-409C-BE32-E72D297353CC}">
              <c16:uniqueId val="{00000003-84DA-46B4-9321-0EC8E59C07A9}"/>
            </c:ext>
          </c:extLst>
        </c:ser>
        <c:ser>
          <c:idx val="4"/>
          <c:order val="4"/>
          <c:spPr>
            <a:solidFill>
              <a:schemeClr val="accent4"/>
            </a:solidFill>
            <a:ln>
              <a:noFill/>
            </a:ln>
          </c:spPr>
          <c:val>
            <c:numRef>
              <c:f>Sheet1!$A$5:$Y$5</c:f>
              <c:numCache>
                <c:formatCode>General</c:formatCode>
                <c:ptCount val="25"/>
              </c:numCache>
            </c:numRef>
          </c:val>
          <c:extLst>
            <c:ext uri="{C3380CC4-5D6E-409C-BE32-E72D297353CC}">
              <c16:uniqueId val="{00000004-84DA-46B4-9321-0EC8E59C07A9}"/>
            </c:ext>
          </c:extLst>
        </c:ser>
        <c:ser>
          <c:idx val="5"/>
          <c:order val="5"/>
          <c:spPr>
            <a:solidFill>
              <a:schemeClr val="accent3"/>
            </a:solidFill>
            <a:ln>
              <a:noFill/>
            </a:ln>
          </c:spPr>
          <c:val>
            <c:numRef>
              <c:f>Sheet1!$A$6:$Y$6</c:f>
              <c:numCache>
                <c:formatCode>General</c:formatCode>
                <c:ptCount val="25"/>
              </c:numCache>
            </c:numRef>
          </c:val>
          <c:extLst>
            <c:ext uri="{C3380CC4-5D6E-409C-BE32-E72D297353CC}">
              <c16:uniqueId val="{00000005-84DA-46B4-9321-0EC8E59C07A9}"/>
            </c:ext>
          </c:extLst>
        </c:ser>
        <c:ser>
          <c:idx val="6"/>
          <c:order val="6"/>
          <c:spPr>
            <a:pattFill prst="ltUpDiag">
              <a:fgClr>
                <a:schemeClr val="tx1"/>
              </a:fgClr>
              <a:bgClr>
                <a:schemeClr val="bg1"/>
              </a:bgClr>
            </a:pattFill>
            <a:ln>
              <a:noFill/>
            </a:ln>
          </c:spPr>
          <c:val>
            <c:numRef>
              <c:f>Sheet1!$A$7:$Y$7</c:f>
              <c:numCache>
                <c:formatCode>General</c:formatCode>
                <c:ptCount val="25"/>
                <c:pt idx="9">
                  <c:v>48</c:v>
                </c:pt>
                <c:pt idx="10">
                  <c:v>122</c:v>
                </c:pt>
                <c:pt idx="11">
                  <c:v>130</c:v>
                </c:pt>
                <c:pt idx="12">
                  <c:v>134</c:v>
                </c:pt>
                <c:pt idx="13">
                  <c:v>153</c:v>
                </c:pt>
                <c:pt idx="14">
                  <c:v>154</c:v>
                </c:pt>
                <c:pt idx="15">
                  <c:v>151</c:v>
                </c:pt>
                <c:pt idx="16">
                  <c:v>56</c:v>
                </c:pt>
              </c:numCache>
            </c:numRef>
          </c:val>
          <c:extLst>
            <c:ext uri="{C3380CC4-5D6E-409C-BE32-E72D297353CC}">
              <c16:uniqueId val="{00000006-84DA-46B4-9321-0EC8E59C07A9}"/>
            </c:ext>
          </c:extLst>
        </c:ser>
        <c:ser>
          <c:idx val="7"/>
          <c:order val="7"/>
          <c:spPr>
            <a:solidFill>
              <a:srgbClr val="C30C3E"/>
            </a:solidFill>
            <a:ln>
              <a:noFill/>
            </a:ln>
          </c:spPr>
          <c:val>
            <c:numRef>
              <c:f>Sheet1!$A$8:$Y$8</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extLst>
            <c:ext uri="{C3380CC4-5D6E-409C-BE32-E72D297353CC}">
              <c16:uniqueId val="{00000007-84DA-46B4-9321-0EC8E59C07A9}"/>
            </c:ext>
          </c:extLst>
        </c:ser>
        <c:dLbls>
          <c:showLegendKey val="0"/>
          <c:showVal val="0"/>
          <c:showCatName val="0"/>
          <c:showSerName val="0"/>
          <c:showPercent val="0"/>
          <c:showBubbleSize val="0"/>
        </c:dLbls>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9.4205354117248397E-2"/>
          <c:y val="5.274888558692422E-2"/>
          <c:w val="0.88817350050830224"/>
          <c:h val="0.8945022288261516"/>
        </c:manualLayout>
      </c:layout>
      <c:barChart>
        <c:barDir val="col"/>
        <c:grouping val="stacked"/>
        <c:varyColors val="0"/>
        <c:ser>
          <c:idx val="0"/>
          <c:order val="0"/>
          <c:spPr>
            <a:solidFill>
              <a:srgbClr val="00777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Sheet1!$A$1:$B$1</c:f>
              <c:numCache>
                <c:formatCode>General</c:formatCode>
                <c:ptCount val="2"/>
                <c:pt idx="0">
                  <c:v>124</c:v>
                </c:pt>
                <c:pt idx="1">
                  <c:v>46</c:v>
                </c:pt>
              </c:numCache>
            </c:numRef>
          </c:val>
          <c:extLst>
            <c:ext uri="{C3380CC4-5D6E-409C-BE32-E72D297353CC}">
              <c16:uniqueId val="{00000002-0CD1-4ADB-8D43-79E362BCC464}"/>
            </c:ext>
          </c:extLst>
        </c:ser>
        <c:ser>
          <c:idx val="1"/>
          <c:order val="1"/>
          <c:spPr>
            <a:solidFill>
              <a:srgbClr val="C0C0C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0CD1-4ADB-8D43-79E362BCC464}"/>
                </c:ext>
              </c:extLst>
            </c:dLbl>
            <c:dLbl>
              <c:idx val="1"/>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Sheet1!$A$2:$B$2</c:f>
              <c:numCache>
                <c:formatCode>General</c:formatCode>
                <c:ptCount val="2"/>
                <c:pt idx="0">
                  <c:v>46</c:v>
                </c:pt>
                <c:pt idx="1">
                  <c:v>41</c:v>
                </c:pt>
              </c:numCache>
            </c:numRef>
          </c:val>
          <c:extLst>
            <c:ext uri="{C3380CC4-5D6E-409C-BE32-E72D297353CC}">
              <c16:uniqueId val="{00000005-0CD1-4ADB-8D43-79E362BCC464}"/>
            </c:ext>
          </c:extLst>
        </c:ser>
        <c:ser>
          <c:idx val="2"/>
          <c:order val="2"/>
          <c:spPr>
            <a:solidFill>
              <a:schemeClr val="accent2"/>
            </a:solidFill>
            <a:ln>
              <a:noFill/>
            </a:ln>
          </c:spPr>
          <c:invertIfNegative val="0"/>
          <c:dLbls>
            <c:dLbl>
              <c:idx val="0"/>
              <c:layout>
                <c:manualLayout>
                  <c:x val="0"/>
                  <c:y val="-3.714710252600297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Sheet1!$A$3:$B$3</c:f>
              <c:numCache>
                <c:formatCode>General</c:formatCode>
                <c:ptCount val="2"/>
                <c:pt idx="0">
                  <c:v>18</c:v>
                </c:pt>
                <c:pt idx="1">
                  <c:v>15</c:v>
                </c:pt>
              </c:numCache>
            </c:numRef>
          </c:val>
          <c:extLst>
            <c:ext uri="{C3380CC4-5D6E-409C-BE32-E72D297353CC}">
              <c16:uniqueId val="{00000008-0CD1-4ADB-8D43-79E362BCC464}"/>
            </c:ext>
          </c:extLst>
        </c:ser>
        <c:ser>
          <c:idx val="3"/>
          <c:order val="3"/>
          <c:spPr>
            <a:solidFill>
              <a:srgbClr val="969696"/>
            </a:solidFill>
            <a:ln>
              <a:noFill/>
            </a:ln>
          </c:spPr>
          <c:invertIfNegative val="0"/>
          <c:dPt>
            <c:idx val="1"/>
            <c:invertIfNegative val="0"/>
            <c:bubble3D val="0"/>
            <c:spPr>
              <a:solidFill>
                <a:srgbClr val="4C6C9C"/>
              </a:solidFill>
              <a:ln>
                <a:noFill/>
              </a:ln>
            </c:spPr>
            <c:extLst>
              <c:ext uri="{C3380CC4-5D6E-409C-BE32-E72D297353CC}">
                <c16:uniqueId val="{00000009-0CD1-4ADB-8D43-79E362BCC464}"/>
              </c:ext>
            </c:extLst>
          </c:dPt>
          <c:dLbls>
            <c:dLbl>
              <c:idx val="0"/>
              <c:layout>
                <c:manualLayout>
                  <c:x val="-6.1674008810572688E-2"/>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Sheet1!$A$4:$B$4</c:f>
              <c:numCache>
                <c:formatCode>General</c:formatCode>
                <c:ptCount val="2"/>
                <c:pt idx="0">
                  <c:v>9</c:v>
                </c:pt>
                <c:pt idx="1">
                  <c:v>1</c:v>
                </c:pt>
              </c:numCache>
            </c:numRef>
          </c:val>
          <c:extLst>
            <c:ext uri="{C3380CC4-5D6E-409C-BE32-E72D297353CC}">
              <c16:uniqueId val="{0000000B-0CD1-4ADB-8D43-79E362BCC464}"/>
            </c:ext>
          </c:extLst>
        </c:ser>
        <c:ser>
          <c:idx val="4"/>
          <c:order val="4"/>
          <c:spPr>
            <a:solidFill>
              <a:srgbClr val="000000"/>
            </a:solidFill>
            <a:ln>
              <a:noFill/>
            </a:ln>
          </c:spPr>
          <c:invertIfNegative val="0"/>
          <c:dPt>
            <c:idx val="0"/>
            <c:invertIfNegative val="0"/>
            <c:bubble3D val="0"/>
            <c:spPr>
              <a:solidFill>
                <a:srgbClr val="4C6C9C"/>
              </a:solidFill>
              <a:ln>
                <a:noFill/>
              </a:ln>
            </c:spPr>
            <c:extLst>
              <c:ext uri="{C3380CC4-5D6E-409C-BE32-E72D297353CC}">
                <c16:uniqueId val="{0000000C-0CD1-4ADB-8D43-79E362BCC464}"/>
              </c:ext>
            </c:extLst>
          </c:dPt>
          <c:val>
            <c:numRef>
              <c:f>Sheet1!$A$5:$B$5</c:f>
              <c:numCache>
                <c:formatCode>General</c:formatCode>
                <c:ptCount val="2"/>
                <c:pt idx="0">
                  <c:v>1</c:v>
                </c:pt>
                <c:pt idx="1">
                  <c:v>1</c:v>
                </c:pt>
              </c:numCache>
            </c:numRef>
          </c:val>
          <c:extLst>
            <c:ext uri="{C3380CC4-5D6E-409C-BE32-E72D297353CC}">
              <c16:uniqueId val="{0000000D-0CD1-4ADB-8D43-79E362BCC464}"/>
            </c:ext>
          </c:extLst>
        </c:ser>
        <c:ser>
          <c:idx val="5"/>
          <c:order val="5"/>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Sheet1!$A$6:$B$6</c:f>
              <c:numCache>
                <c:formatCode>General</c:formatCode>
                <c:ptCount val="2"/>
                <c:pt idx="0">
                  <c:v>1</c:v>
                </c:pt>
              </c:numCache>
            </c:numRef>
          </c:val>
          <c:extLst>
            <c:ext uri="{C3380CC4-5D6E-409C-BE32-E72D297353CC}">
              <c16:uniqueId val="{0000000F-0CD1-4ADB-8D43-79E362BCC464}"/>
            </c:ext>
          </c:extLst>
        </c:ser>
        <c:ser>
          <c:idx val="6"/>
          <c:order val="6"/>
          <c:spPr>
            <a:pattFill prst="ltDnDiag">
              <a:fgClr>
                <a:schemeClr val="tx1"/>
              </a:fgClr>
              <a:bgClr>
                <a:schemeClr val="bg1"/>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Sheet1!$A$7:$B$7</c:f>
              <c:numCache>
                <c:formatCode>General</c:formatCode>
                <c:ptCount val="2"/>
                <c:pt idx="0">
                  <c:v>2</c:v>
                </c:pt>
              </c:numCache>
            </c:numRef>
          </c:val>
          <c:extLst>
            <c:ext uri="{C3380CC4-5D6E-409C-BE32-E72D297353CC}">
              <c16:uniqueId val="{00000011-0CD1-4ADB-8D43-79E362BCC464}"/>
            </c:ext>
          </c:extLst>
        </c:ser>
        <c:dLbls>
          <c:showLegendKey val="0"/>
          <c:showVal val="0"/>
          <c:showCatName val="0"/>
          <c:showSerName val="0"/>
          <c:showPercent val="0"/>
          <c:showBubbleSize val="0"/>
        </c:dLbls>
        <c:gapWidth val="80"/>
        <c:overlap val="100"/>
        <c:axId val="1288775647"/>
        <c:axId val="1"/>
      </c:barChart>
      <c:catAx>
        <c:axId val="12887756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288775647"/>
        <c:crosses val="min"/>
        <c:crossBetween val="between"/>
        <c:majorUnit val="20"/>
      </c:valAx>
    </c:plotArea>
    <c:plotVisOnly val="0"/>
    <c:dispBlanksAs val="gap"/>
    <c:showDLblsOverMax val="1"/>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2427937915742791E-2"/>
          <c:y val="6.9847515986227252E-2"/>
          <c:w val="0.96036585365853655"/>
          <c:h val="0.86030496802754552"/>
        </c:manualLayout>
      </c:layout>
      <c:barChart>
        <c:barDir val="col"/>
        <c:grouping val="stacked"/>
        <c:varyColors val="0"/>
        <c:ser>
          <c:idx val="0"/>
          <c:order val="0"/>
          <c:spPr>
            <a:solidFill>
              <a:srgbClr val="9DB1CF"/>
            </a:solidFill>
            <a:ln>
              <a:noFill/>
            </a:ln>
          </c:spPr>
          <c:invertIfNegative val="0"/>
          <c:dPt>
            <c:idx val="4"/>
            <c:invertIfNegative val="0"/>
            <c:bubble3D val="0"/>
            <c:spPr>
              <a:solidFill>
                <a:srgbClr val="6F8DB9"/>
              </a:solidFill>
              <a:ln>
                <a:noFill/>
              </a:ln>
            </c:spPr>
            <c:extLst>
              <c:ext uri="{C3380CC4-5D6E-409C-BE32-E72D297353CC}">
                <c16:uniqueId val="{00000000-F51E-4B63-BE12-6235C36F3C5D}"/>
              </c:ext>
            </c:extLst>
          </c:dPt>
          <c:dPt>
            <c:idx val="5"/>
            <c:invertIfNegative val="0"/>
            <c:bubble3D val="0"/>
            <c:spPr>
              <a:solidFill>
                <a:srgbClr val="364D6E"/>
              </a:solidFill>
              <a:ln>
                <a:noFill/>
              </a:ln>
            </c:spPr>
            <c:extLst>
              <c:ext uri="{C3380CC4-5D6E-409C-BE32-E72D297353CC}">
                <c16:uniqueId val="{00000001-F51E-4B63-BE12-6235C36F3C5D}"/>
              </c:ext>
            </c:extLst>
          </c:dPt>
          <c:dPt>
            <c:idx val="6"/>
            <c:invertIfNegative val="0"/>
            <c:bubble3D val="0"/>
            <c:spPr>
              <a:solidFill>
                <a:srgbClr val="364D6E"/>
              </a:solidFill>
              <a:ln>
                <a:noFill/>
              </a:ln>
            </c:spPr>
            <c:extLst>
              <c:ext uri="{C3380CC4-5D6E-409C-BE32-E72D297353CC}">
                <c16:uniqueId val="{00000002-F51E-4B63-BE12-6235C36F3C5D}"/>
              </c:ext>
            </c:extLst>
          </c:dPt>
          <c:dLbls>
            <c:dLbl>
              <c:idx val="1"/>
              <c:layout>
                <c:manualLayout>
                  <c:x val="0"/>
                  <c:y val="-6.246925725528775E-2"/>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F51E-4B63-BE12-6235C36F3C5D}"/>
                </c:ext>
              </c:extLst>
            </c:dLbl>
            <c:dLbl>
              <c:idx val="2"/>
              <c:layout>
                <c:manualLayout>
                  <c:x val="0"/>
                  <c:y val="-0.14215445154943435"/>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F51E-4B63-BE12-6235C36F3C5D}"/>
                </c:ext>
              </c:extLst>
            </c:dLbl>
            <c:dLbl>
              <c:idx val="3"/>
              <c:layout>
                <c:manualLayout>
                  <c:x val="0"/>
                  <c:y val="-0.1854402361042794"/>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F51E-4B63-BE12-6235C36F3C5D}"/>
                </c:ext>
              </c:extLst>
            </c:dLbl>
            <c:dLbl>
              <c:idx val="4"/>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F51E-4B63-BE12-6235C36F3C5D}"/>
                </c:ext>
              </c:extLst>
            </c:dLbl>
            <c:dLbl>
              <c:idx val="6"/>
              <c:layout>
                <c:manualLayout>
                  <c:x val="0"/>
                  <c:y val="-0.15445154943433351"/>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Sheet1!$A$1:$J$1</c:f>
              <c:numCache>
                <c:formatCode>General</c:formatCode>
                <c:ptCount val="10"/>
                <c:pt idx="1">
                  <c:v>5</c:v>
                </c:pt>
                <c:pt idx="2">
                  <c:v>18</c:v>
                </c:pt>
                <c:pt idx="3">
                  <c:v>25</c:v>
                </c:pt>
                <c:pt idx="4">
                  <c:v>17</c:v>
                </c:pt>
                <c:pt idx="5">
                  <c:v>19</c:v>
                </c:pt>
                <c:pt idx="6">
                  <c:v>20</c:v>
                </c:pt>
              </c:numCache>
            </c:numRef>
          </c:val>
          <c:extLst>
            <c:ext uri="{C3380CC4-5D6E-409C-BE32-E72D297353CC}">
              <c16:uniqueId val="{00000006-F51E-4B63-BE12-6235C36F3C5D}"/>
            </c:ext>
          </c:extLst>
        </c:ser>
        <c:ser>
          <c:idx val="1"/>
          <c:order val="1"/>
          <c:spPr>
            <a:solidFill>
              <a:srgbClr val="6F8DB9"/>
            </a:solidFill>
            <a:ln>
              <a:noFill/>
            </a:ln>
          </c:spPr>
          <c:invertIfNegative val="0"/>
          <c:dPt>
            <c:idx val="4"/>
            <c:invertIfNegative val="0"/>
            <c:bubble3D val="0"/>
            <c:spPr>
              <a:solidFill>
                <a:srgbClr val="9DB1CF"/>
              </a:solidFill>
              <a:ln>
                <a:noFill/>
              </a:ln>
            </c:spPr>
            <c:extLst>
              <c:ext uri="{C3380CC4-5D6E-409C-BE32-E72D297353CC}">
                <c16:uniqueId val="{00000007-F51E-4B63-BE12-6235C36F3C5D}"/>
              </c:ext>
            </c:extLst>
          </c:dPt>
          <c:dLbls>
            <c:dLbl>
              <c:idx val="4"/>
              <c:layout>
                <c:manualLayout>
                  <c:x val="0"/>
                  <c:y val="-4.9188391539596653E-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Sheet1!$A$2:$J$2</c:f>
              <c:numCache>
                <c:formatCode>General</c:formatCode>
                <c:ptCount val="10"/>
                <c:pt idx="4">
                  <c:v>9</c:v>
                </c:pt>
                <c:pt idx="5">
                  <c:v>7</c:v>
                </c:pt>
              </c:numCache>
            </c:numRef>
          </c:val>
          <c:extLst>
            <c:ext uri="{C3380CC4-5D6E-409C-BE32-E72D297353CC}">
              <c16:uniqueId val="{00000009-F51E-4B63-BE12-6235C36F3C5D}"/>
            </c:ext>
          </c:extLst>
        </c:ser>
        <c:dLbls>
          <c:showLegendKey val="0"/>
          <c:showVal val="0"/>
          <c:showCatName val="0"/>
          <c:showSerName val="0"/>
          <c:showPercent val="0"/>
          <c:showBubbleSize val="0"/>
        </c:dLbls>
        <c:gapWidth val="80"/>
        <c:overlap val="100"/>
        <c:axId val="15520224"/>
        <c:axId val="1"/>
      </c:barChart>
      <c:lineChart>
        <c:grouping val="standard"/>
        <c:varyColors val="0"/>
        <c:ser>
          <c:idx val="2"/>
          <c:order val="2"/>
          <c:spPr>
            <a:ln w="19050" cmpd="sng" algn="ctr">
              <a:solidFill>
                <a:srgbClr val="000000"/>
              </a:solidFill>
              <a:prstDash val="solid"/>
            </a:ln>
          </c:spPr>
          <c:marker>
            <c:symbol val="none"/>
          </c:marker>
          <c:val>
            <c:numRef>
              <c:f>Sheet1!$A$3:$J$3</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extLst>
            <c:ext uri="{C3380CC4-5D6E-409C-BE32-E72D297353CC}">
              <c16:uniqueId val="{0000000A-F51E-4B63-BE12-6235C36F3C5D}"/>
            </c:ext>
          </c:extLst>
        </c:ser>
        <c:dLbls>
          <c:showLegendKey val="0"/>
          <c:showVal val="0"/>
          <c:showCatName val="0"/>
          <c:showSerName val="0"/>
          <c:showPercent val="0"/>
          <c:showBubbleSize val="0"/>
        </c:dLbls>
        <c:marker val="1"/>
        <c:smooth val="0"/>
        <c:axId val="15520224"/>
        <c:axId val="1"/>
      </c:lineChart>
      <c:catAx>
        <c:axId val="15520224"/>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7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5520224"/>
        <c:crosses val="min"/>
        <c:crossBetween val="between"/>
        <c:majorUnit val="5"/>
      </c:valAx>
    </c:plotArea>
    <c:plotVisOnly val="0"/>
    <c:dispBlanksAs val="gap"/>
    <c:showDLblsOverMax val="1"/>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38"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39" name="Table 769"/>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0"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43"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44"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45"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46"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47"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49"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0"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1"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2"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3"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4"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5"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6"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7"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8"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59"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60"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61"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62"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63"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64"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65"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66"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7"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68"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702"/>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-32</a:t>
            </a:r>
          </a:p>
        </p:txBody>
      </p:sp>
      <p:sp>
        <p:nvSpPr>
          <p:cNvPr id="128" name="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-11</a:t>
            </a:r>
          </a:p>
        </p:txBody>
      </p:sp>
      <p:sp>
        <p:nvSpPr>
          <p:cNvPr id="129" name="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0" name="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1" name="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2" name="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3" name="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-23</a:t>
            </a:r>
          </a:p>
        </p:txBody>
      </p:sp>
      <p:sp>
        <p:nvSpPr>
          <p:cNvPr id="134" name="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-12</a:t>
            </a:r>
          </a:p>
        </p:txBody>
      </p:sp>
      <p:sp>
        <p:nvSpPr>
          <p:cNvPr id="135" name="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-8</a:t>
            </a:r>
          </a:p>
        </p:txBody>
      </p:sp>
      <p:sp>
        <p:nvSpPr>
          <p:cNvPr id="136" name="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7" name="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-13</a:t>
            </a:r>
          </a:p>
        </p:txBody>
      </p:sp>
      <p:sp>
        <p:nvSpPr>
          <p:cNvPr id="138" name="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9" name="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40" name="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-6</a:t>
            </a:r>
          </a:p>
        </p:txBody>
      </p:sp>
      <p:sp>
        <p:nvSpPr>
          <p:cNvPr id="141" name="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-10</a:t>
            </a:r>
          </a:p>
        </p:txBody>
      </p:sp>
      <p:sp>
        <p:nvSpPr>
          <p:cNvPr id="142" name="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43" name="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-28</a:t>
            </a:r>
          </a:p>
        </p:txBody>
      </p:sp>
      <p:sp>
        <p:nvSpPr>
          <p:cNvPr id="144" name="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-20</a:t>
            </a:r>
          </a:p>
        </p:txBody>
      </p:sp>
      <p:sp>
        <p:nvSpPr>
          <p:cNvPr id="145" name="Text Placeholder 25"/>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Table 769"/>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Speech Bubble: Rectangle 645"/>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Rectangle 661"/>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Rectangle 662"/>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Text Placeholder 25"/>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Text Placeholder 25"/>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Rectangle 701"/>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Speech Bubble: Rectangle 771"/>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Rectangle 772"/>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t>
            </a:r>
          </a:p>
        </p:txBody>
      </p:sp>
      <p:sp>
        <p:nvSpPr>
          <p:cNvPr id="155" name="TextBox 773"/>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Potentially supports serial production</a:t>
            </a:r>
          </a:p>
        </p:txBody>
      </p:sp>
      <p:sp>
        <p:nvSpPr>
          <p:cNvPr id="156" name="Rectangle 774"/>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57" name="TextBox 775"/>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58" name="Rectangle 776"/>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Rectangle 2"/>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Rectangle 4"/>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Table 10"/>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Text Placeholder 25"/>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Text Placeholder 25"/>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Text Placeholder 25"/>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Text Placeholder 25"/>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Text Placeholder 25"/>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Rectangle 109"/>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Rectangle 329"/>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Rectangle 336"/>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Rectangle 53"/>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TextBox 54"/>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Rectangle 55"/>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Rectangle 56"/>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117"/>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Rectangle 116"/>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Label"/>
          <p:cNvSpPr txBox="1"/>
          <p:nvPr/>
        </p:nvSpPr>
        <p:spPr>
          <a:xfrm>
            <a:off x="11274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Label"/>
          <p:cNvSpPr txBox="1"/>
          <p:nvPr/>
        </p:nvSpPr>
        <p:spPr>
          <a:xfrm>
            <a:off x="22274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Label"/>
          <p:cNvSpPr txBox="1"/>
          <p:nvPr/>
        </p:nvSpPr>
        <p:spPr>
          <a:xfrm>
            <a:off x="332750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Label"/>
          <p:cNvSpPr txBox="1"/>
          <p:nvPr/>
        </p:nvSpPr>
        <p:spPr>
          <a:xfrm>
            <a:off x="442752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Label"/>
          <p:cNvSpPr txBox="1"/>
          <p:nvPr/>
        </p:nvSpPr>
        <p:spPr>
          <a:xfrm>
            <a:off x="552754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Label"/>
          <p:cNvSpPr txBox="1"/>
          <p:nvPr/>
        </p:nvSpPr>
        <p:spPr>
          <a:xfrm>
            <a:off x="6627571"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Label"/>
          <p:cNvSpPr txBox="1"/>
          <p:nvPr/>
        </p:nvSpPr>
        <p:spPr>
          <a:xfrm>
            <a:off x="7727594"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Label"/>
          <p:cNvSpPr txBox="1"/>
          <p:nvPr/>
        </p:nvSpPr>
        <p:spPr>
          <a:xfrm>
            <a:off x="882853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Label"/>
          <p:cNvSpPr txBox="1"/>
          <p:nvPr/>
        </p:nvSpPr>
        <p:spPr>
          <a:xfrm>
            <a:off x="99285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Label"/>
          <p:cNvSpPr txBox="1"/>
          <p:nvPr/>
        </p:nvSpPr>
        <p:spPr>
          <a:xfrm>
            <a:off x="110285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Text Placeholder 25"/>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5" name="Text Placeholder 25"/>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16" name="Picture 2"/>
          <p:cNvPicPr>
            <a:picLocks noChangeAspect="1"/>
          </p:cNvPicPr>
          <p:nvPr/>
        </p:nvPicPr>
        <p:blipFill>
          <a:blip r:embed="rId3"/>
          <a:stretch>
            <a:fillRect/>
          </a:stretch>
        </p:blipFill>
        <p:spPr>
          <a:xfrm>
            <a:off x="10452506" y="43891"/>
            <a:ext cx="843077" cy="843077"/>
          </a:xfrm>
          <a:prstGeom prst="rect">
            <a:avLst/>
          </a:prstGeom>
        </p:spPr>
      </p:pic>
      <p:pic>
        <p:nvPicPr>
          <p:cNvPr id="117" name="Picture 8"/>
          <p:cNvPicPr>
            <a:picLocks noChangeAspect="1"/>
          </p:cNvPicPr>
          <p:nvPr/>
        </p:nvPicPr>
        <p:blipFill>
          <a:blip r:embed="rId4"/>
          <a:stretch>
            <a:fillRect/>
          </a:stretch>
        </p:blipFill>
        <p:spPr>
          <a:xfrm>
            <a:off x="11312957" y="43891"/>
            <a:ext cx="843077" cy="843077"/>
          </a:xfrm>
          <a:prstGeom prst="rect">
            <a:avLst/>
          </a:prstGeom>
        </p:spPr>
      </p:pic>
      <p:sp>
        <p:nvSpPr>
          <p:cNvPr id="118" nam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0" nam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1" name="Straight Connector 64"/>
          <p:cNvCxnSpPr/>
          <p:nvPr/>
        </p:nvCxnSpPr>
        <p:spPr>
          <a:xfrm>
            <a:off x="9691726" y="1722730"/>
            <a:ext cx="160020" cy="0"/>
          </a:xfrm>
          <a:prstGeom prst="line">
            <a:avLst/>
          </a:prstGeom>
          <a:ln w="19050">
            <a:solidFill>
              <a:srgbClr val="000000"/>
            </a:solidFill>
            <a:prstDash val="dash"/>
            <a:tailEnd type="triangle" w="med" len="med"/>
          </a:ln>
        </p:spPr>
      </p:cxnSp>
      <p:sp>
        <p:nvSpPr>
          <p:cNvPr id="122" name="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23" name="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24" name="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25" name="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26" name="TextBox 268"/>
          <p:cNvSpPr txBox="1"/>
          <p:nvPr/>
        </p:nvSpPr>
        <p:spPr>
          <a:xfrm>
            <a:off x="1640434" y="4964278"/>
            <a:ext cx="5674766" cy="116951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27" name="TextBox 270"/>
          <p:cNvSpPr txBox="1"/>
          <p:nvPr/>
        </p:nvSpPr>
        <p:spPr>
          <a:xfrm>
            <a:off x="7315200" y="4964278"/>
            <a:ext cx="4421124" cy="101589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28" name="Rectangle 370"/>
          <p:cNvSpPr txBox="1"/>
          <p:nvPr/>
        </p:nvSpPr>
        <p:spPr>
          <a:xfrm>
            <a:off x="452628" y="6208776"/>
            <a:ext cx="11308385" cy="188366"/>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29" name="ValueLabel"/>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ValueLabel"/>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ValueLabel"/>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ValueLabel"/>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ValueLabel"/>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ValueLabel"/>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ValueLabel"/>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ValueLabel"/>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ValueLabel"/>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ValueLabel"/>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ValueLabel"/>
          <p:cNvSpPr txBox="1"/>
          <p:nvPr/>
        </p:nvSpPr>
        <p:spPr>
          <a:xfrm>
            <a:off x="7696505"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0" name="ValueLabel"/>
          <p:cNvSpPr txBox="1"/>
          <p:nvPr/>
        </p:nvSpPr>
        <p:spPr>
          <a:xfrm>
            <a:off x="1098743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1" name="ValueLabel"/>
          <p:cNvSpPr txBox="1"/>
          <p:nvPr/>
        </p:nvSpPr>
        <p:spPr>
          <a:xfrm>
            <a:off x="8789213"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2" name="ValueLabel"/>
          <p:cNvSpPr txBox="1"/>
          <p:nvPr/>
        </p:nvSpPr>
        <p:spPr>
          <a:xfrm>
            <a:off x="988375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3" name="ValueLabel"/>
          <p:cNvSpPr txBox="1"/>
          <p:nvPr/>
        </p:nvSpPr>
        <p:spPr>
          <a:xfrm>
            <a:off x="6588252"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100</a:t>
            </a:r>
          </a:p>
        </p:txBody>
      </p:sp>
      <p:sp>
        <p:nvSpPr>
          <p:cNvPr id="144" name="ValueLabel"/>
          <p:cNvSpPr txBox="1"/>
          <p:nvPr/>
        </p:nvSpPr>
        <p:spPr>
          <a:xfrm>
            <a:off x="2260397" y="2324405"/>
            <a:ext cx="255118"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5</a:t>
            </a:r>
          </a:p>
        </p:txBody>
      </p:sp>
      <p:sp>
        <p:nvSpPr>
          <p:cNvPr id="145" name="ValueLabel"/>
          <p:cNvSpPr txBox="1"/>
          <p:nvPr/>
        </p:nvSpPr>
        <p:spPr>
          <a:xfrm>
            <a:off x="333390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23</a:t>
            </a:r>
          </a:p>
        </p:txBody>
      </p:sp>
      <p:sp>
        <p:nvSpPr>
          <p:cNvPr id="146" name="ValueLabel"/>
          <p:cNvSpPr txBox="1"/>
          <p:nvPr/>
        </p:nvSpPr>
        <p:spPr>
          <a:xfrm>
            <a:off x="442478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48</a:t>
            </a:r>
          </a:p>
        </p:txBody>
      </p:sp>
      <p:sp>
        <p:nvSpPr>
          <p:cNvPr id="147" name="ValueLabel"/>
          <p:cNvSpPr txBox="1"/>
          <p:nvPr/>
        </p:nvSpPr>
        <p:spPr>
          <a:xfrm>
            <a:off x="5515661"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74</a:t>
            </a:r>
          </a:p>
        </p:txBody>
      </p:sp>
      <p:sp>
        <p:nvSpPr>
          <p:cNvPr id="148" name="TextBox 398"/>
          <p:cNvSpPr txBox="1"/>
          <p:nvPr/>
        </p:nvSpPr>
        <p:spPr>
          <a:xfrm>
            <a:off x="5835701" y="1637690"/>
            <a:ext cx="1463040" cy="182880"/>
          </a:xfrm>
          <a:prstGeom prst="rect">
            <a:avLst/>
          </a:prstGeom>
          <a:noFill/>
          <a:ln>
            <a:noFill/>
          </a:ln>
        </p:spPr>
        <p:txBody>
          <a:bodyPr wrap="none" anchor="ctr" lIns="91440" tIns="45720" rIns="91440" bIns="45720"/>
          <a:lstStyle/>
          <a:p>
            <a:pPr algn="r">
              <a:lnSpc>
                <a:spcPct val="100000"/>
              </a:lnSpc>
              <a:buNone/>
            </a:pPr>
            <a:r>
              <a:rPr lang="en-US" sz="1000" dirty="0">
                <a:solidFill>
                  <a:srgbClr val="000000"/>
                </a:solidFill>
                <a:latin typeface="Arial"/>
                <a:ea typeface="Arial"/>
                <a:cs typeface="Arial"/>
              </a:rPr>
              <a:t>Cumulative vessels</a:t>
            </a:r>
          </a:p>
        </p:txBody>
      </p:sp>
      <p:sp>
        <p:nvSpPr>
          <p:cNvPr id="149" name="Rectangle 16"/>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0" name="Rectangle 4"/>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2026-06-27T16:44:51Z</dcterms:created>
  <dcterms:modified xsi:type="dcterms:W3CDTF">2026-06-27T16:44:51Z</dcterms:modified>
</cp:coreProperties>
</file>